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17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251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1.1  ·  2026-04-06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5852160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lluppesms/dadabase.demo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99032"/>
            <a:ext cx="1081735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10 Blazor Server web applications with MudBlazor UI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Azure-hosted serverless APIs via Azure Functions (Flex Consumption)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Context Protocol (MCP) servers for AI agent integration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 data-source architecture (JSON fallback + Azure SQL)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Infrastructure-as-Code using Azure Bicep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Multi-platform CI/CD (GitHub Actions + Azure DevOps)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features using Azure OpenAI and Microsoft Agent Framework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end-to-end testing and MSTest unit testing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Repository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99032"/>
            <a:ext cx="10817352" cy="4636008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90472"/>
            <a:ext cx="10634472" cy="44531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dadabase.demo/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                       Application source code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web/                     Blazor Web App + Data layer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Website/             DadABase.Web (.NET 10 Blazor Server)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Data/                DadABase.Data (shared data library)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Tests/               Unit tests (MSTest)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function/                Azure Function (serverless API)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Function/            DadABase.Function (.NET 10 Isolated Worker)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DataLayer/           Function-specific data layer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Entities/            Function-specific entity models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Tests/               Function unit tests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mcp/                     MCP Servers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DadJokeMCP/          Stdio-based MCP server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DadJokeMCPSSE/       SSE-transport MCP server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console/                 Console application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analyzer/                Data analysis tool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sql.database/            SQL Database project (DACPAC)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infra/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Bicep/                   Bicep IaC templates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azd-main.bicep           Azure Developer CLI entry point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.github/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workflows/               GitHub Actions CI/CD workflows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instructions/            Copilot instructions and skills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.azuredevops/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policies/                Azure DevOps policy configuration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playwright/                  Playwright E2E test suites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                        Project documentation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Application-Architecture.md  Architecture documentation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Application-Architecture.pdf  Architecture document (PDF export)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Application-Architecture.pptx Architecture presentation deck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Export/                  Generated export artifacts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TestHarness/                 HTTP test files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azure.yaml                   Azure Developer CLI configuration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630936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Monorepo: src/ · infra/ · .github/ · playwright/ · Docs/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Application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99032"/>
            <a:ext cx="10817352" cy="4636008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90472"/>
            <a:ext cx="10634472" cy="44531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Client Browser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└────────────────────────────┬────────────────────────────────────────────┘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│ HTTPS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┌────────────────────────────▼────────────────────────────────────────────┐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DadABase.Web  (Blazor Server / .NET 10)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┌────────────┐  ┌──────────────┐  ┌──────────────┐  ┌──────────────┐   │ 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Blazor    │  │  REST API    │  │  AI Helper   │  │  Export      │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Pages     │  │  Controllers │  │  (GenAI)     │  │  Service     │   │</a:t>
            </a:r>
            <a:endParaRPr lang="en-US" sz="750" dirty="0"/>
          </a:p>
          <a:p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└──────┬─────┘  └──────┬───────┘  └───────┬──────┘  └──────────────┘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│               │                  │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┌──────▼───────────────▼──────────────────▼───────────────────────┐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           DadABase.Data  (Shared Data Library)               │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IJokeRepository ─┬─ JokeSQLRepository (EF Core + Azure SQL)   │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                  └─ JokeJsonRepository (flat file fallback)   │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└─────────────────────────────────────────────────────────────────┘    │</a:t>
            </a:r>
            <a:endParaRPr lang="en-US" sz="750" dirty="0"/>
          </a:p>
          <a:p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│</a:t>
            </a:r>
            <a:endParaRPr lang="en-US" sz="750" dirty="0"/>
          </a:p>
          <a:p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┌────────────────────────┼───────────────────────┐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                    │                       │</a:t>
            </a:r>
            <a:endParaRPr lang="en-US" sz="750" dirty="0"/>
          </a:p>
          <a:p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┌───────────▼───────────┐  ┌─────────▼────────┐  ┌───────────▼────────────┐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Azure SQL DB     │  │  Azure OpenAI    │  │  Azure Blob Storage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(joke data)      │  │  GPT-4o / DALL-E │  │  (AI-generated images) │</a:t>
            </a:r>
            <a:endParaRPr lang="en-US" sz="750" dirty="0"/>
          </a:p>
          <a:p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└───────────────────────┘  └──────────────────┘  └────────────────────────┘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DadABase.Function  (Azure Functions v4)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.NET 10 Isolated Worker / Flex Consumption Plan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- HTTP Trigger (joke API)             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- Health Check Trigger                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- OpenAPI / Swagger support           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MCP Servers    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DadJokeMCP (stdio)  │  DadJokeMCPSSE (SSE)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Tools: GetDadJoke, GetDadJokesByCategory, </a:t>
            </a:r>
            <a:r>
              <a:rPr lang="en-US" sz="750" dirty="0" err="1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GetDadJokeCategories</a:t>
            </a: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Application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99032"/>
            <a:ext cx="1081735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JokeJsonRepository — reads from Data/Jokes.json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JokeSQLRepository — uses EF Core with DadABaseDbContext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Code Projects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Source Code Projects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9032"/>
          <a:ext cx="10817352" cy="2084832"/>
        </p:xfrm>
        <a:graphic>
          <a:graphicData uri="http://schemas.openxmlformats.org/drawingml/2006/table">
            <a:tbl>
              <a:tblPr/>
              <a:tblGrid>
                <a:gridCol w="5408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Property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src/web/Website/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Framework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.NET 10 (net10.0)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 type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Microsoft.NET.Sdk.Web (Blazor Server)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UI library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MudBlazor 9.2.0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Solution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dadabase.net10.web.sln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Source Code Projects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9032"/>
          <a:ext cx="10817352" cy="3822192"/>
        </p:xfrm>
        <a:graphic>
          <a:graphicData uri="http://schemas.openxmlformats.org/drawingml/2006/table">
            <a:tbl>
              <a:tblPr/>
              <a:tblGrid>
                <a:gridCol w="360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Package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MudBlazor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9.2.0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 library (UI)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Azure.AI.OpenAI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2.8.0-beta.1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OpenAI SDK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Microsoft.Agents.AI.OpenAI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1.0.0-preview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Agent Framework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Azure.Identity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1.20.0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Managed Identity / DefaultAzureCredential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Azure.Monitor.OpenTelemetry.AspNetCore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 Insights / OpenTelemetry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Azure.Storage.Blobs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12.27.0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Blob storage for images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Microsoft.EntityFrameworkCore.SqlServer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10.0.5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 Core SQL provider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Microsoft.Identity.Web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4.7.0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Entra ID / OIDC authentication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Swashbuckle.AspNetCore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10.1.7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Swagger/OpenAPI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Blazored.LocalStorage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4.5.0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 local storage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Source Code Projects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9032"/>
          <a:ext cx="10817352" cy="3127248"/>
        </p:xfrm>
        <a:graphic>
          <a:graphicData uri="http://schemas.openxmlformats.org/drawingml/2006/table">
            <a:tbl>
              <a:tblPr/>
              <a:tblGrid>
                <a:gridCol w="5408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 (Index)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page — displays a random joke with AI image generation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/Random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Random joke viewer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/Search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Joke search by text or category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/JokeDetail/{id}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joke detail view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/JokeEditor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 / edit jokes with AI-powered category assignment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/Export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joke data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/Admin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Administration page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/About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About page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AI/GenAI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AI / GenAI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99032"/>
            <a:ext cx="10817352" cy="4636008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90472"/>
            <a:ext cx="10634472" cy="44531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AIHelper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(Microsoft.Agents.AI + Azure.AI.OpenAI)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┌──────────────────────┐  ┌──────────────────────────┐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jokeCategoryAgent    │  │ jokeDescriptionAgent     │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Model: GPT-4o        │  │ Model: GPT-4o            │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Purpose: Auto-assign │  │ Purpose: Describe joke   │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categories to jokes  │  │ for image prompt         │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└──────────────────────┘  └──────────────────────────┘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┌──────────────────────┐  ┌──────────────────────────┐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jokeAnalyzerAgent    │  │ imageGenerator           │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Model: GPT-4o        │  │ Model: DALL-E 3          │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Purpose: Analyze     │  │ Purpose: Generate image  │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joke content         │  │ for joke; stored in Blob │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└──────────────────────┘  └──────────────────────────┘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630936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Framework + Azure OpenAI (GPT-4o &amp; DALL-E 3) + Azure Blob Storage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AI / GenAI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441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Capabilities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37360"/>
          <a:ext cx="10817352" cy="1895856"/>
        </p:xfrm>
        <a:graphic>
          <a:graphicData uri="http://schemas.openxmlformats.org/drawingml/2006/table">
            <a:tbl>
              <a:tblPr/>
              <a:tblGrid>
                <a:gridCol w="360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Capability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 classification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Auto-assigns up to 2 categories to a new joke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Joke description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Generates a scene description for DALL-E image prompting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Joke analysis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General joke content analysis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Image generation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DALL-E 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Creates an AI illustration per joke; saved to Azure Blob Storage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as Code (Bicep)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Infrastructure as Code (Bicep)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99032"/>
            <a:ext cx="10817352" cy="4636008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90472"/>
            <a:ext cx="10634472" cy="44531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infra/Bicep/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main.bicep                   Entry point — orchestrates all modules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main.bicepparam              Default parameter values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resourcenames.bicep          Centralised resource naming convention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webapp/                  Azure App Service plan + web app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container/               Azure Container Apps + Container Registry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function/                Azure Functions (Flex Consumption)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functions/               Additional function app configuration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database/                Azure SQL Server + database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monitor/                 Application Insights + Log Analytics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security/                Azure Key Vault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storage/                 Azure Storage Accounts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iam/                     Managed Identity + RBAC role assignments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data/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resourceAbbreviations.json   Resource type abbreviation lookup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roleDefinitions.json         RBAC role definition IDs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630936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deploymentType parameter: webapp | containerapp | functionapp | 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Infrastructure as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441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Azure Resources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37360"/>
          <a:ext cx="10817352" cy="3127248"/>
        </p:xfrm>
        <a:graphic>
          <a:graphicData uri="http://schemas.openxmlformats.org/drawingml/2006/table">
            <a:tbl>
              <a:tblPr/>
              <a:tblGrid>
                <a:gridCol w="360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Bicep Module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App Service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modules/webapp/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Linux or Windows, configurable SKU (default: B1)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Container Apps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modules/container/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With Container Registry (Basic/Standard/Premium)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Functions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modules/function/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Consumption plan, .NET 10 Isolated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SQL Database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modules/database/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Default: GeneralPurpose GP_S_Gen5; configurable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Key Vault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modules/security/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Secrets management; supports admin user access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Insights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modules/monitor/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OpenTelemetry exporter connected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Storage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modules/storage/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Used by Function + web app (images)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Managed Identity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modules/iam/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User-assigned + system-assigned; role assignments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CI/CD Pipelines — GitHub Actions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9032"/>
          <a:ext cx="10817352" cy="3901440"/>
        </p:xfrm>
        <a:graphic>
          <a:graphicData uri="http://schemas.openxmlformats.org/drawingml/2006/table">
            <a:tbl>
              <a:tblPr/>
              <a:tblGrid>
                <a:gridCol w="360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Workflow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 Infrastructure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1-deploy-bicep.yml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Provisions all Azure resources via Bicep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&amp; Deploy Web (App Service)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2.1-bicep-build-deploy-webapp.yml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Build, test, and deploy Blazor app to App Service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&amp; Deploy Web (Container App)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2.2-bicep-build-deploy-containerapp.yml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Docker image, push to ACR, deploy to Container Apps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&amp; Deploy Function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3-bicep-build-deploy-function.yml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and deploy Azure Function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 DACPAC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4-build-deploy-dacpac.yml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SQL project and deploy DACPAC to Azure SQL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 SQL Script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5-run-sql-script.yml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Execute ad-hoc SQL scripts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Scan + Build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6-pr-scan-build.yml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Pull request validation gate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 Scanning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7-scan-code.yml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scanning (CodeQL / GHAS)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Smoke Tests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8-smoke-test-webapp.yml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Post-deployment Playwright validation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AZD Deploy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azure-dev.yml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Developer CLI full-stack deploy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CI/CD Pipelines — Azure DevOps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9032"/>
          <a:ext cx="10817352" cy="3822192"/>
        </p:xfrm>
        <a:graphic>
          <a:graphicData uri="http://schemas.openxmlformats.org/drawingml/2006/table">
            <a:tbl>
              <a:tblPr/>
              <a:tblGrid>
                <a:gridCol w="5408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template-bicep-deploy.yml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Bicep deploy step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template-webapp-build.yml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.NET build + test step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template-webapp-deploy.yml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App Service deploy step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template-containerapp-build.yml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 build + ACR push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template-containerapp-deploy.yml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Container Apps deploy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template-function-build.yml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 build step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template-function-deploy.yml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 deploy step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template-dacpac-build.yml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 project build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template-dacpac-deploy.yml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DACPAC deploy step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template-scan-code.yml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 scanning step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Testing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9032"/>
          <a:ext cx="10817352" cy="1042416"/>
        </p:xfrm>
        <a:graphic>
          <a:graphicData uri="http://schemas.openxmlformats.org/drawingml/2006/table">
            <a:tbl>
              <a:tblPr/>
              <a:tblGrid>
                <a:gridCol w="270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4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Framework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unit tests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src/web/Tests/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MSTest + Coverlet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controllers, data layer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 unit tests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src/function/Tests/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MSTest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 and data layer tests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Security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Authentication &amp;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99032"/>
            <a:ext cx="10817352" cy="4636008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90472"/>
            <a:ext cx="10634472" cy="44531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┌─────────────────────────────────────────────────────────┐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Authentication Paths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Browser User ──→ Microsoft Entra ID (OIDC)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Microsoft.Identity.Web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JWT Bearer tokens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API Consumer ──→ API Key header (X-Api-Key)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AuthorizeApiKey attribute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Falls back to anonymous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Azure Services → DefaultAzureCredential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Managed Identity (User + System)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No passwords in config                │</a:t>
            </a:r>
            <a:endParaRPr lang="en-US" sz="7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└─────────────────────────────────────────────────────────┘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630936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auth paths: Browser (OIDC), API consumer (API Key), Azure services (Managed Identity)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 and 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Theme and 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99032"/>
            <a:ext cx="10817352" cy="4864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MudBlazor 9.2.0 component library throughout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Light/dark theme toggle stored in browser localStorage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Retro 90s theme easter egg (toggled via theme key "nineties")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Scoped CSS per component via .razor.css pattern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spacing utilities and CSS variables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layout — tested across viewport sizes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 Reference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Configuration Reference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9032"/>
          <a:ext cx="10817352" cy="3822192"/>
        </p:xfrm>
        <a:graphic>
          <a:graphicData uri="http://schemas.openxmlformats.org/drawingml/2006/table">
            <a:tbl>
              <a:tblPr/>
              <a:tblGrid>
                <a:gridCol w="5408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DataSource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or SQL — selects data repository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DefaultConnection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 connection string (when DataSource = SQL)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KeyVaultName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Key Vault name for secret loading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APPLICATIONINSIGHTS_CONNECTION_STRING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 Insights telemetry endpoint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AzureOpenAIChatEndpoint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OpenAI chat endpoint URL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AzureOpenAIChatDeploymentName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 deployment name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AzureOpenAIChatApiKey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OpenAI API key (or use Managed Identity)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AzureOpenAIImageEndpoint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DALL-E endpoint URL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AzureOpenAIImageDeploymentName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DALL-E 3 deployment name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AzureOpenAIImageApiKey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Image API key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 Patterns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Key Design Patterns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9032"/>
          <a:ext cx="10817352" cy="3822192"/>
        </p:xfrm>
        <a:graphic>
          <a:graphicData uri="http://schemas.openxmlformats.org/drawingml/2006/table">
            <a:tbl>
              <a:tblPr/>
              <a:tblGrid>
                <a:gridCol w="360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Pattern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Used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Repository Pattern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DadABase.Data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IJokeRepository abstracts data source (JSON vs SQL)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Code-Behind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Blazor pages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.razor + .razor.cs separation of concerns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Scoped CSS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components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.razor.css per component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Dependency Injection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Program.cs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services registered via DI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Options Pattern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AppSettings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Typed configuration object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Dual Data Source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layer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Runtime switch between JSON and SQL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Key Auth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 controllers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 attribute-based gate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Managed Identity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connections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DefaultAzureCredential throughout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Framework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AIHelper.cs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Multiple AIAgent instances for different tasks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DACPAC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 project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Schema-as-code with automated deployment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/ GitHub Copilot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Copilot / GitHub Copilot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441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configuration hierarchy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37360"/>
          <a:ext cx="10817352" cy="3127248"/>
        </p:xfrm>
        <a:graphic>
          <a:graphicData uri="http://schemas.openxmlformats.org/drawingml/2006/table">
            <a:tbl>
              <a:tblPr/>
              <a:tblGrid>
                <a:gridCol w="5408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copilot-instructions.md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Global coding conventions for Copilot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instructions/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Domain-specific instruction files (7 files)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skills/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Specialized Copilot custom skills (100+ skills)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agents/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 Copilot agent definitions (34 agents)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prompts/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Reusable prompt templates (12 files)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actions/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Reusable composite GitHub Actions (load-project-config/, login-action/)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Repository-level configuration files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scripts/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Utility scripts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Developer CLI (AZD)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Azure Developer CLI (AZD)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441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AZD integration files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37360"/>
          <a:ext cx="10817352" cy="1737360"/>
        </p:xfrm>
        <a:graphic>
          <a:graphicData uri="http://schemas.openxmlformats.org/drawingml/2006/table">
            <a:tbl>
              <a:tblPr/>
              <a:tblGrid>
                <a:gridCol w="5408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azure.yaml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AZD service and infrastructure mapping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infra/azd-main.bicep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AZD-specific Bicep entry 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infra/azd-main.parameters.json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AZD parameter defaults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.github/workflows/azure-dev.yml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AZD CI/CD integration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85800" y="3337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4631802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640080"/>
            <a:ext cx="54864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10817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3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Documentation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3441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documentation index</a:t>
            </a:r>
            <a:endParaRPr lang="en-US" sz="13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37360"/>
          <a:ext cx="10817352" cy="3822192"/>
        </p:xfrm>
        <a:graphic>
          <a:graphicData uri="http://schemas.openxmlformats.org/drawingml/2006/table">
            <a:tbl>
              <a:tblPr/>
              <a:tblGrid>
                <a:gridCol w="360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5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README.md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 overview and quick start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Coding Standards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Docs/Coding_Standards.md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conventions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as Code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Docs/Infra_As_Code.md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Bicep deployment guide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 DACPAC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Docs/SQL-DacPac.md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 deployment guide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DevOps Pipelines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Docs/YML_AzDO.md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AzDO pipeline reference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Actions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Docs/YML_GitHub.md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GHA workflow reference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 Options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Docs/Deployment_Options.md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 method comparison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 Quick Ref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Docs/Deployment_QuickRef.md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Quick reference card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Functionality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Docs/ExportFunctionality.md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export guide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 Permissions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Docs/SQL-Permissions-Queries.md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 permission reference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88352" y="6492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  ·  lluppesms/dadabase.demo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85800" y="6446520"/>
            <a:ext cx="10817352" cy="9144"/>
          </a:xfrm>
          <a:prstGeom prst="rect">
            <a:avLst/>
          </a:prstGeom>
          <a:solidFill>
            <a:srgbClr val="D2D0CE"/>
          </a:solidFill>
          <a:ln w="1270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194560"/>
            <a:ext cx="10817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Dad-A-Base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31089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Documentation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5943600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  ·  2026-04-06  ·  lluppesms/dadabase.demo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2499</Words>
  <Application>Microsoft Office PowerPoint</Application>
  <PresentationFormat>Widescreen</PresentationFormat>
  <Paragraphs>572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Lyle Luppes</cp:lastModifiedBy>
  <cp:revision>3</cp:revision>
  <dcterms:created xsi:type="dcterms:W3CDTF">2026-04-06T16:35:01Z</dcterms:created>
  <dcterms:modified xsi:type="dcterms:W3CDTF">2026-08-17T12:21:37Z</dcterms:modified>
</cp:coreProperties>
</file>